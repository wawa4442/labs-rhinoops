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end state: developers will leave with a real service they can run locally and explain in an architecture review.,[Sources] Spring Boot 3.5.6 Maven Central; Microsoft SQL Server container docs; springdoc OpenAPI Maven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an intensive build. Students will work in vertical slices.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class in the domain rules. The POS transaction is the heart of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stack is realistic for enterprise teams.,[Sources] Spring Boot 3.5.6 Maven Central; springdoc 3.0.2 Maven Central; Microsoft SQL Server 2022 container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request path left to right. Keep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explain why package structure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domain methods make invariants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map each business rule to a database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systems must defend themselves at multiple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API evolution pragmatic.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product creation first because every later flow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governance pattern: mutation through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“aha” moment of the master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transaction boundary and rollback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errors as API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humorous but concrete analogy.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case for explicit mappers in training and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clear: Basic Auth is not the final enterprise security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observability as production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Docker Compose and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command parameter by parameter.,[Sources] Microsoft SQL Server container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why multi-stage builds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container DNS vs localhost.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docs become the live demo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tests should catch rule violations without booting the universe.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integration tests as confidence, not a replacement for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operational reporting without building a BI platform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branch strategy simple enough to actually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CI as a production readiness gate.,[Sources] GitHub actions/setup-java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Versioning images is non-negotiable. latest is a convenience, not a release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time: 30–45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full vertical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inspect both product stock and movement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centerpiece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where business users start caring.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vanity coverage. Test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local “works on my machine” becomes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if credentials are available; otherwise walk through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Normalize troubleshooting. It is part of engineering, not an interruption.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maturity path without overwhelming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teams autonomy but keep acceptance criteria 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should guide decisions before coding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finish line. Then build toward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final review slide before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message with conviction.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momentum.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Grocery Inventory POS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Microservice Master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86384" y="2331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Java 21 • Spring Boot 3.x • Maven • SQL Server • Docker • REST APIs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46720" y="9144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DDEBF7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0607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Target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11312" y="1389888"/>
            <a:ext cx="2871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 runnable, tested, Dockerized microservice that sells products and updates inventory in SQL Server.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86384" y="297180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304038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8–12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2971800"/>
            <a:ext cx="1645920" cy="301752"/>
          </a:xfrm>
          <a:prstGeom prst="roundRect">
            <a:avLst>
              <a:gd name="adj" fmla="val 2424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04038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297180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304038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ENTERPRISE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Course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What we will build and why it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</a:rPr>
              <a:t>Course outcomes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Business domain and data model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Clean architecture implementation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REST APIs and validation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POS transaction design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Docker and SQL Server runtime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Testing with Mockito/Testcontainers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CI/CD and registry publishing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</a:rPr>
              <a:t>Capstone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6832" y="1289304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Final deliverable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56832" y="1618488"/>
            <a:ext cx="4151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 production-oriented inventory + POS microservice, not a toy CRUD demo.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92240" y="25146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2660904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Class format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6832" y="2990088"/>
            <a:ext cx="4151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Short architecture bursts, live coding, API demos, Docker runtime, labs.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38862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4032504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4361688"/>
            <a:ext cx="4151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Functional flow, schema integrity, tests, runtime readiness, and demo clarity.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Grocery store inventory with POS 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Inventory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Products, categories, stock, reorder levels, movements.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0872" y="1618488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Multiple products per sale, stock validation, automatic stock reduction.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321040" y="11430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85632" y="1618488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Low stock, inventory valuation, daily sales, movement history.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96012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Every sale is an inventory event.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Inventory cannot go negative.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The database is a control point, not a passive bucket.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Opinionated, modern, and enterprise-friendly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Java 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1545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LTS runtime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records, strong typing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1800" y="1143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28930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Spring Boot 3.x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36392" y="1618488"/>
            <a:ext cx="1545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app framework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REST, JPA, validation, security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143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128930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SQL 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76672" y="1618488"/>
            <a:ext cx="1545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data platform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constraints, indexes, transactions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1143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28930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Docker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16952" y="1618488"/>
            <a:ext cx="1545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runtime packaging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repeatable local deployment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0" y="1143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57232" y="128930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Maven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57232" y="1618488"/>
            <a:ext cx="1545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build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dependency/plugin governance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2971800"/>
            <a:ext cx="10058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</a:rPr>
              <a:t>Spring Boot parent 3.5.6 is used in the project.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</a:rPr>
              <a:t>springdoc OpenAPI 3.0.2 provides Swagger UI.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</a:rPr>
              <a:t>SQL Server 2022 container is selected for repeatable labs.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Target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Clean enough to teach, practical enough to ship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89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Client / POS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6184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HTTP requests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1143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1289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99232" y="16184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HTTP + validation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1289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93792" y="16184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Business rules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23760" y="1143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1289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88352" y="16184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Persistence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18320" y="1143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1289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SQL 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82912" y="16184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Data integrity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2743200"/>
            <a:ext cx="96012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Controller: no business rules.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Service: transaction boundary.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Repository: no workflow decisions.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DTOs: stable API contract.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Global exception handler: consistent errors.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Clean Architecture Layers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Where each responsibility lives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487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CONTROLLER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28016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3487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SERVICE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0" y="128016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3487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REPOSITORY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13487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509760" y="128016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0" y="13487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187452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9431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MAPPER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26080" y="187452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9431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EXCEPTION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0" y="187452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9431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CONFIGURATION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187452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9431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09760" y="187452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19431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2926080"/>
            <a:ext cx="9875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2222"/>
                </a:solidFill>
              </a:rPr>
              <a:t>SOLID is visible in boundaries, not slogans.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Each package has a single clear reason to change.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Testing improves when dependencies point inward.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Domain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Entities and invariants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1865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SKU, price, current stock, reorder level, status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Inventory Movement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0712" y="1618488"/>
            <a:ext cx="1865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Type, quantity, date, user, product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11430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5312" y="1618488"/>
            <a:ext cx="1865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Sale date and total amount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75320" y="11430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Sale Detail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39912" y="1618488"/>
            <a:ext cx="1865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Product, quantity, price, subtotal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9692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Product exposes increaseStock/decreaseStock.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Sale owns details and total calculation result.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Movement history makes stock changes auditable.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Database ERD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Relationship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CATEGORY 1 ── * PRODUCT 1 ── * INVENTORY_MOVEMENT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SALE 1 ── * SALE_DETAIL * ── 1 PRODUCT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0175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316382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Integrity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34930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Foreign keys, unique SKU, check constraints.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175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316382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34930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Indexes on SKU, category, movement date, sale date.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316382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Auditability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192" y="34930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Movement table records every stock mutation.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SQL Server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The database protects the business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2222"/>
                </a:solidFill>
              </a:rPr>
              <a:t>BIGINT identity keys for simple JPA mapping.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Unique SKU prevents duplicate catalog identity.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CHECK constraints block negative stock and invalid quantities.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Indexes support search, reporting, and movement history.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Seed data supports deterministic labs.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API Versioning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Stable contracts beat random endpoints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4358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Base path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57276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/api/v1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0972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4358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Contract shape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157276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DTOs + validation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0972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24358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Error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4192" y="157276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timestamp, status, error, message, details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9692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Version in URL is explicit and easy for training.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Breaking changes go to /api/v2, not silent payload changes.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Validation errors should be actionable.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Product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Catalog lifecycle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POST /api/v1/products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GET /api/v1/products?q=milk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GET /api/v1/products/{id}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PUT /api/v1/products/{id}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DELETE /api/v1/products/{id}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5392" y="1243584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Validation rules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65392" y="1572768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sku/name required, price &gt;= 0, stock &gt;= 0, reorder &gt;= 0, category exists.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798064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Delete rule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65392" y="3127248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Product is deactivated to preserve historical sale references.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Inventory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Controlled stock mutation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24358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POST /inventory/replenishment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5727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Adds stock and writes REPLENISHMENT movement.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24358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POST /inventory/adjustment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15727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Supports ADJUSTMENT_IN and ADJUSTMENT_OUT with validation.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96926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Do not let random code set currentStock directly.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Every stock change must have a movement record.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Adjustment out cannot push stock below zero.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Sales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The money flow with inventory 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4358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572768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{ items: [{ productId, quantity }] 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26280" y="10972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24358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Service 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0872" y="1572768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load, validate active, validate stock, calculate subtotal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321040" y="10972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124358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Persistence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85632" y="1572768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sale + details + inventory movements in one transaction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9601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2222"/>
                </a:solidFill>
              </a:rPr>
              <a:t>No partial sale.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No negative stock.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Totals are calculated server-side.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Sale Transaction Sequence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One request, several controlled changes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POS → Controller → SaleService → ProductRepository → SQL Server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057400"/>
            <a:ext cx="96926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Validate request DTO.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Load each product inside a transaction.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Reject inactive or insufficient-stock items.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Reduce stock and create sale detail.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Write inventory movement for each item.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Persist sale and return response.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Global Exception Handling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Predictable failure is part of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404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2779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Resource not found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409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0872" y="1618488"/>
            <a:ext cx="2779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Business rule conflict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321040" y="11430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400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85632" y="1618488"/>
            <a:ext cx="2779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Validation failure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{ timestamp, status, error, message, details }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Fail fast at the edge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50292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@NotBlank for SKU/name/user.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@Positive for quantities.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@DecimalMin for price.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@NotEmpty for sale item list.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@Valid for nested sale items.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118872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6832" y="133502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56832" y="1664208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Bad requests should never reach business logic as mystery meat. Validation is the bouncer at the club door.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Mapping with MapStruct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DTO contracts without hand-written plumbing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ProductMapper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4151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Maps Product entity to ProductResponse and includes category id/name.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1072" y="1289304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SaleMapper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91072" y="1618488"/>
            <a:ext cx="4151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Builds detail responses from sale details while hiding JPA internals.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93268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Compile-time generated mapping.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Less reflection magic.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Better refactoring feedback.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Security 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Basic Auth as a stepping 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Swagger and health endpoint are public.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API endpoints require authentication.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In-memory user: admin/admin123 for labs.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Production recommendation: OAuth2/OIDC, secrets manager, TLS, least privilege.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Logging &amp; Observability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Design for operators, not just developers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Logs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Structured events for sale and stock mutation.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143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Actuator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161848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health, info, metrics.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143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Correlation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4192" y="161848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Add request IDs when moving beyond the lab.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96012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Do not log secrets.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Log business identifiers like SKU and sale id.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Metrics should answer: is the service healthy and useful?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Configuration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Environment over hardcoding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303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SPRING_DATASOURCE_URL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SPRING_DATASOURCE_USERNAME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SPRING_DATASOURCE_PASSWORD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SERVER_PORT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6832" y="1289304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Rule of thumb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56832" y="1618488"/>
            <a:ext cx="3968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The same image moves across environments. Configuration changes; code does not.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SQL Server Container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Local enterprise-grade database runtime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6984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Image: mcr.microsoft.com/mssql/server:2022-latest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ACCEPT_EULA=Y accepts license terms.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MSSQL_SA_PASSWORD sets the sa password.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MSSQL_PID=Developer selects dev/test edition.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Port 1433 exposes SQL Server to host tools.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Dockerfile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Multi-stage build pattern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maven:3.9.11-eclipse-temurin-21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mvn -q -B clean package -DskipTests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eclipse-temurin:21-jre-alpine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"-jar"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"/app/app.jar"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9601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Build stage includes Maven and JDK.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Runtime stage contains only the JRE and application jar.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Non-root execution reduces blast radius.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Docker Compose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Service wiring made visible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sqlserver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SQL Server image, volume, env vars, healthcheck.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1430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inventory-service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1618488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Built from Dockerfile, waits for database health.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1430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network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4192" y="1618488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Service DNS: jdbc:sqlserver://sqlserver:1433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docker compose up --build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Swagger/OpenAPI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Contracts students can execute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2120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Swagger UI path: /swagger-ui.html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OpenAPI docs: /v3/api-docs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Document request/response shapes.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Use examples to reduce ambiguity.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6832" y="1289304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Teaching tip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56832" y="1618488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After each endpoint is coded, prove it in Swagger before moving 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Unit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Fast feedback for business rules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JUnit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4242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Test structure and assertions.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289304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Mockito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618488"/>
            <a:ext cx="4242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Mock repositories to isolate service behavior.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96012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Test insufficient stock.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Test inactive product sale rejection.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Test replenishment increments stock and movement.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Integration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Prove the wiring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SpringBootTest starts the application context.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Testcontainers runs SQL Server for realistic persistence checks.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DynamicPropertySource injects container JDBC settings.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Use sparingly: powerful but slower.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Reports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Operational visibility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Low stock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Products at or below reorder level.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1430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Inventory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161848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Stock quantity and stock value.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1430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Daily sales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4192" y="161848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Transaction count and total sales for date.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9509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Reports are read-only service methods.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Indexes keep history and sales queries efficient.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Git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Team delivery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main: always releasable.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feature/*: short-lived feature branches.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pull requests: review, tests, quality gates.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tags: release versions.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semantic commits: explain intent.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Build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Automated confidence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Checkout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Get source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14300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Java 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9272" y="1618488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setup-java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14300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Maven Verify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42432" y="1618488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Compile +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01000" y="114300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2893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Docker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65592" y="1618488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Image artifact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98094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Push on 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3310128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Versioned image to registry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Docker Registry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Images need names, versions, and a home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Create Docker Hub account and repository.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Build image locally.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Tag with user/repo:version.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Push from CI or local terminal.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Pull on deployment target.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inventory-pos-service:1.0.0 user/inventory-pos-service:1.0.0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Database bootstrap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6692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Start SQL Server container.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schema script.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seed script.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Validate categories/products.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28930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39712" y="1618488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Students can query seed products and explain constraints.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Product CRUD vertical slice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6692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Create entity + DTOs.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Build repository + mapper.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Implement service.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Expose controller.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Test in Swagger.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28930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39712" y="1618488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Product can be created, searched, updated, and deactivated.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Inventory replenishment and adjustment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6692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Implement InventoryService.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Write movement rows for every mutation.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Block invalid adjustment type.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Block adjustment out beyond stock.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28930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39712" y="1618488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Stock changes and movement history prove the mutation.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POS sale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6692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Post a multi-item sale.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Validate product status.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Validate stock.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Calculate subtotals and total.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Persist sale and movements.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28930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39712" y="1618488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Sale is created and inventory is reduced for every item.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Reports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6692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Low stock report.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Inventory value report.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Daily sales report.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Movement history endpoint.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28930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39712" y="1618488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Reports answer operational questions from persisted data.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Testing and quality gates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9436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Write Mockito test for insufficient stock.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Write integration smoke test with Testcontainers.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mvn verify.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Discuss coverage meaning and limits.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114300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4032" y="1289304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14032" y="1618488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Build fails when business rules regress.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Containerized runtime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8521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Build the Docker image.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Start docker compose.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Validate health endpoint.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Open Swagger.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Create a sale against container DB.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1430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22592" y="1289304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22592" y="1618488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 clean machine with Docker can run the full stack.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Hands-on Lab 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CI/CD and Docker Hub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9436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Create repository secrets.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workflow on pull request.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Build Docker image.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Tag version.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Push to registry from main.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114300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4032" y="1289304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14032" y="1618488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Pipeline produces a traceable container artifact.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Troubleshooting Scenarios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The stuff that breaks because reality has a personality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05840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SQL password too weak → container exits.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Using localhost inside app container → connection fails.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Port 1433 already used → remap or stop local SQL.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Swagger returns 401 → use Basic Auth.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Hibernate validate fails → schema not initialized.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Production Hardening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Beyond the master class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Replace Basic Auth with OAuth2/OIDC.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Move secrets to Vault, Key Vault, or cloud secret manager.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Flyway/Liquibase migrations.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structured JSON logging and traces.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container image scanning and SBOM generation.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database backup/restore strategy.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Capstone Options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Pick one enterprise extension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Supplier 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Purchase orders and receiving.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143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Reservation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161848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Reserve stock before payment.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143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2893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Eventing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4192" y="161848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Publish inventory events.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98094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31012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OAuth2/OIDC roles.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98094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5152" y="331012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Admin UI or report export.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98094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Migrations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31012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Flyway/Liquibase baseline.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Capstone Rubric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How the final project is evaluated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3502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Architecture clarity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66420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20%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188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33502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Functional correctness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166420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25%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33502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Database integrity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2752" y="166420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15%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651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79806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Testing 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312724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15%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651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79806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Docker/runtime readiness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5152" y="312724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15%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2651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AF3F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79806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Presentation quality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02752" y="312724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10%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Instructor Demo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Recommended sequence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6926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Show final Swagger first.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Create product vertical slice.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SQL seed data.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Create replenishment.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POS sale.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Inspect movements and stock.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tests.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Run docker compose.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Student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What “done” looks like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Source compiles with Java 21.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All endpoints work from Swagger or curl.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SQL Server schema has constraints and indexes.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Sale flow is transactional.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Tests pass.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Docker Compose starts the full stack.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CI workflow is present and explained.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Production-grade is a set of habits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222222"/>
                </a:solidFill>
              </a:rPr>
              <a:t>Design the transaction before coding the endpoint.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Make invalid states hard to persist.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Use DTOs, validation, and exception contracts.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Containerize the runtime, not the developer laptop.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Automate build, test, image creation, and versioning.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Q&amp;A /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From class to real-world delivery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Build it. Break it. Improve it. Ship it responsibly.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89611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2222"/>
                </a:solidFill>
              </a:rPr>
              <a:t>Run the project locally.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Complete the capstone extension.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Add migrations and production security.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Present the design like an architect.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Grocery Inventory POS Microservice Master Class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Inventory POS Microservice Master Class</dc:title>
  <dc:subject>Grocery Inventory POS Master Class</dc:subject>
  <dc:creator>OpenAI</dc:creator>
  <cp:lastModifiedBy>OpenAI</cp:lastModifiedBy>
  <cp:revision>1</cp:revision>
  <dcterms:created xsi:type="dcterms:W3CDTF">2026-09-04T17:59:19Z</dcterms:created>
  <dcterms:modified xsi:type="dcterms:W3CDTF">2026-09-04T17:59:19Z</dcterms:modified>
</cp:coreProperties>
</file>